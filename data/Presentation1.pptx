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0D3F-DD48-47D1-BD9F-3BCFE5A43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D64D3-B13F-40DB-866F-D732F6955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E2EBC-2243-44C7-A65D-9559A1278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94EB8-68CF-477B-A0E2-7681E0031BBC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C3306-F218-4AD2-A635-1C2E6A363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A57FB-C3B5-464C-9737-4ED263B1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364-751E-4CF0-8091-8245A5605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94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95CD-542A-4426-8935-9434BF8F2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FB073-3B80-4016-94D1-63FE560F7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9A965-477C-48F5-A92D-1097D280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94EB8-68CF-477B-A0E2-7681E0031BBC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C957C-AB48-4379-81C7-E4D9E6BFF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1AF0A-05E3-462A-99DD-1DE01F92E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364-751E-4CF0-8091-8245A5605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5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323DB-245F-4A8C-B676-183B83F8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B295D-51C4-4D9D-A667-0D18BD8E6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7E0DE-C53A-46D5-82C8-4AB1B43F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94EB8-68CF-477B-A0E2-7681E0031BBC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27BC4-A80E-4A5D-A6D8-1DECEB0B3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02B18-9547-4ADD-A973-B189B535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364-751E-4CF0-8091-8245A5605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96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37236-33D6-4244-A437-3BF146FC9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2277E-71C3-46FD-84E1-8B0B5458A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A5302-07B6-45C4-9F77-AD7CCC963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34BAF-8FFB-4B7E-B550-9D4784F2B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94EB8-68CF-477B-A0E2-7681E0031BBC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0AD6B-3D39-4101-9D56-FF502189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7C605-4B2C-4AAD-983E-86E17947A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364-751E-4CF0-8091-8245A5605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0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CA98-3862-4380-8EEC-8AE480328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96C9A-A2C7-43A2-87CB-685F0C76B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28C1D-9508-44A0-9DFE-AF52E024A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C0089B-7513-4674-8564-F4885F114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1E183-A665-42A5-96E2-8D3CCD3781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BD2C78-BB89-4942-903E-883894ED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94EB8-68CF-477B-A0E2-7681E0031BBC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BA57ED-2E73-4108-8D33-96B941EBB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BC0B88-F7C0-4615-9FD8-6207B97CA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364-751E-4CF0-8091-8245A5605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4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F92E0-D3A2-4F13-8D4D-9DE937F4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3C3D7-9D5B-4A2B-94DB-39255BEB7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94EB8-68CF-477B-A0E2-7681E0031BBC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AD1881-66C9-4AE4-A588-741586E5F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8657B-F6AC-46C7-B54F-C3E71806D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364-751E-4CF0-8091-8245A5605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C65DDB-B0A3-4DCB-A600-F4EBE5ABA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94EB8-68CF-477B-A0E2-7681E0031BBC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3D0C65-9A8A-453C-87BE-02822CC05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940F2-2137-4225-8BDE-8B2A4DFE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364-751E-4CF0-8091-8245A5605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66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316F2-78E1-4CD9-9296-47DBAED07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CEFA6-159C-42D3-A66A-E8624F1B6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8CD51-126A-4C66-AAD2-0066AE288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36795-8E00-4EA2-8EE0-D19BFCF3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94EB8-68CF-477B-A0E2-7681E0031BBC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AEF32-B9CB-47E6-B51B-A11E3ABB3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8124E-6C90-443D-A8FD-346F8614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364-751E-4CF0-8091-8245A5605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9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3ABAC-1982-421B-99B9-9429DE0A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E5B7D0-62C5-49F7-968F-DF50159B5E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448EE-1966-405D-8F2A-3CD07B001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E8C55-E057-4FE5-AD8F-D9B342E1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94EB8-68CF-477B-A0E2-7681E0031BBC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76A17-F04C-4A06-80F7-96F97F25B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72302-AE8C-4465-A01C-FD3863D8D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364-751E-4CF0-8091-8245A5605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3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CBCA-1671-4B71-A35F-1B70CADB1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685A5-4C83-4481-B6C3-A6B07D1D0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D1DDF-A0B9-4A2D-B74D-DC62A44C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94EB8-68CF-477B-A0E2-7681E0031BBC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DBA80-CC7B-4702-8CA7-DE576830C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BF258-5905-4A76-A874-CE00D1E7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364-751E-4CF0-8091-8245A5605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15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CB055E-97C8-4070-9EA3-15AF8EFAD7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70D95-B3B4-4781-9C6F-C949918FE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89C21-E8BD-4C86-AE6C-3E2AF9311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94EB8-68CF-477B-A0E2-7681E0031BBC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E1F5C-78B9-4BD0-9709-B6BF7C45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5B408-2425-475A-920C-BFE4BD936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364-751E-4CF0-8091-8245A5605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83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3A8E44-BD7B-4847-AA32-D9ED175A2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45300-51B5-4D1C-B638-6A779422D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3E25C-64FD-4B1F-9F87-72FDDA9D0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94EB8-68CF-477B-A0E2-7681E0031BBC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E596A-185A-49BC-A670-932853B8C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D40F5-E8CC-4FB9-B391-EA76B0177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4F364-751E-4CF0-8091-8245A5605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53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3E75-47A1-4637-A0F8-9FDB92E6B9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08FDCC-790A-42B9-B555-F45447CEDA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65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146E17-872E-4358-BA34-E272A89CCCF7}"/>
              </a:ext>
            </a:extLst>
          </p:cNvPr>
          <p:cNvSpPr/>
          <p:nvPr/>
        </p:nvSpPr>
        <p:spPr>
          <a:xfrm>
            <a:off x="2176758" y="4563904"/>
            <a:ext cx="9694258" cy="2213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Chart due to a chosen indicator with all years by until most recent and projection if chosen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6CEB31-6B4A-4844-9894-2A82786DDE63}"/>
              </a:ext>
            </a:extLst>
          </p:cNvPr>
          <p:cNvSpPr/>
          <p:nvPr/>
        </p:nvSpPr>
        <p:spPr>
          <a:xfrm>
            <a:off x="2204067" y="647362"/>
            <a:ext cx="1789351" cy="47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 sector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1501D4-D8DD-49FB-8CAD-26666E5737CA}"/>
              </a:ext>
            </a:extLst>
          </p:cNvPr>
          <p:cNvSpPr/>
          <p:nvPr/>
        </p:nvSpPr>
        <p:spPr>
          <a:xfrm>
            <a:off x="4288777" y="643309"/>
            <a:ext cx="1642684" cy="47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Sub sector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DCB0CE-D908-4086-9F24-65365AAF9F75}"/>
              </a:ext>
            </a:extLst>
          </p:cNvPr>
          <p:cNvSpPr/>
          <p:nvPr/>
        </p:nvSpPr>
        <p:spPr>
          <a:xfrm>
            <a:off x="6233564" y="643309"/>
            <a:ext cx="1642684" cy="47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 sector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181954-5EC8-4034-AF70-A37A5320149E}"/>
              </a:ext>
            </a:extLst>
          </p:cNvPr>
          <p:cNvSpPr/>
          <p:nvPr/>
        </p:nvSpPr>
        <p:spPr>
          <a:xfrm>
            <a:off x="10147412" y="651409"/>
            <a:ext cx="1642684" cy="47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 sector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A0A7AF-1070-4B2B-9F18-23D2D2156254}"/>
              </a:ext>
            </a:extLst>
          </p:cNvPr>
          <p:cNvSpPr/>
          <p:nvPr/>
        </p:nvSpPr>
        <p:spPr>
          <a:xfrm>
            <a:off x="8140588" y="639265"/>
            <a:ext cx="1642684" cy="47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 sector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1A5E32-B343-4D46-A3C1-C88E03AE87A8}"/>
              </a:ext>
            </a:extLst>
          </p:cNvPr>
          <p:cNvSpPr/>
          <p:nvPr/>
        </p:nvSpPr>
        <p:spPr>
          <a:xfrm>
            <a:off x="10085372" y="1379691"/>
            <a:ext cx="1704723" cy="1039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Latest key metric (2025) due to sub sector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EE3843-84D7-4870-8469-8C274A3FC2DA}"/>
              </a:ext>
            </a:extLst>
          </p:cNvPr>
          <p:cNvSpPr/>
          <p:nvPr/>
        </p:nvSpPr>
        <p:spPr>
          <a:xfrm>
            <a:off x="2204067" y="1418127"/>
            <a:ext cx="1851389" cy="1039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Latest key metric (2025) due to sub sector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9DA3BA-F6F9-443D-A7EF-CADBE3CD82DB}"/>
              </a:ext>
            </a:extLst>
          </p:cNvPr>
          <p:cNvSpPr/>
          <p:nvPr/>
        </p:nvSpPr>
        <p:spPr>
          <a:xfrm>
            <a:off x="4288776" y="1371591"/>
            <a:ext cx="1704723" cy="1039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Latest key metric (2025) due to sub sector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68CAC5-5B6E-43F1-9DE0-D342E2409038}"/>
              </a:ext>
            </a:extLst>
          </p:cNvPr>
          <p:cNvSpPr/>
          <p:nvPr/>
        </p:nvSpPr>
        <p:spPr>
          <a:xfrm>
            <a:off x="6202544" y="1367545"/>
            <a:ext cx="1704723" cy="1039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Latest key metric (2025) due to sub sector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30E364-2C15-46AA-A129-5078B8212EA8}"/>
              </a:ext>
            </a:extLst>
          </p:cNvPr>
          <p:cNvSpPr/>
          <p:nvPr/>
        </p:nvSpPr>
        <p:spPr>
          <a:xfrm>
            <a:off x="8140587" y="1367547"/>
            <a:ext cx="1704723" cy="1039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Latest key metric (2025) due to sub sector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CB6A0E-B1CF-42ED-9984-E8667ECC4BD4}"/>
              </a:ext>
            </a:extLst>
          </p:cNvPr>
          <p:cNvSpPr/>
          <p:nvPr/>
        </p:nvSpPr>
        <p:spPr>
          <a:xfrm>
            <a:off x="2176758" y="2904021"/>
            <a:ext cx="1816659" cy="47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Component due to chosen sub sector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BDFBFC-4608-4370-8890-03A1EA682C37}"/>
              </a:ext>
            </a:extLst>
          </p:cNvPr>
          <p:cNvSpPr/>
          <p:nvPr/>
        </p:nvSpPr>
        <p:spPr>
          <a:xfrm>
            <a:off x="4288777" y="2880753"/>
            <a:ext cx="1642684" cy="47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Component due to chosen sub sector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5F2CB4-177F-4E28-B57F-B9AE73EAB18A}"/>
              </a:ext>
            </a:extLst>
          </p:cNvPr>
          <p:cNvSpPr/>
          <p:nvPr/>
        </p:nvSpPr>
        <p:spPr>
          <a:xfrm>
            <a:off x="6233562" y="2880753"/>
            <a:ext cx="1642684" cy="47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Component due to chosen sub sector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402212-33FE-4909-BD1F-6C48EFDD4B75}"/>
              </a:ext>
            </a:extLst>
          </p:cNvPr>
          <p:cNvSpPr/>
          <p:nvPr/>
        </p:nvSpPr>
        <p:spPr>
          <a:xfrm>
            <a:off x="10085372" y="2892897"/>
            <a:ext cx="1642684" cy="47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Component due to chosen sub sector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D352E5-7DFB-45AB-BB82-961DDD93FD4F}"/>
              </a:ext>
            </a:extLst>
          </p:cNvPr>
          <p:cNvSpPr/>
          <p:nvPr/>
        </p:nvSpPr>
        <p:spPr>
          <a:xfrm>
            <a:off x="8140587" y="2880753"/>
            <a:ext cx="1642684" cy="47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Component due to chosen sub sector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9F8156-95D0-4C25-9845-4A53714EAECF}"/>
              </a:ext>
            </a:extLst>
          </p:cNvPr>
          <p:cNvSpPr/>
          <p:nvPr/>
        </p:nvSpPr>
        <p:spPr>
          <a:xfrm>
            <a:off x="2176758" y="3827518"/>
            <a:ext cx="1874656" cy="639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Choose a unit for the indicator (level, %growth, and % of GDP)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C7995E-4F74-424E-9709-108B4320EEA2}"/>
              </a:ext>
            </a:extLst>
          </p:cNvPr>
          <p:cNvSpPr/>
          <p:nvPr/>
        </p:nvSpPr>
        <p:spPr>
          <a:xfrm>
            <a:off x="4257759" y="3829518"/>
            <a:ext cx="3649508" cy="47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Lates value (2025) due to chosen component and unit.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A721D5-BC95-474F-BFCB-111BAA917ECD}"/>
              </a:ext>
            </a:extLst>
          </p:cNvPr>
          <p:cNvSpPr/>
          <p:nvPr/>
        </p:nvSpPr>
        <p:spPr>
          <a:xfrm>
            <a:off x="8140587" y="3865967"/>
            <a:ext cx="3649508" cy="47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Visualization option (Bar chart or Line chart)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90B1D2-A9C2-4459-B1B3-D14E739CD214}"/>
              </a:ext>
            </a:extLst>
          </p:cNvPr>
          <p:cNvSpPr/>
          <p:nvPr/>
        </p:nvSpPr>
        <p:spPr>
          <a:xfrm>
            <a:off x="153749" y="639264"/>
            <a:ext cx="1932643" cy="6137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BC73F8-53DB-447A-81F4-3F24092E1B9A}"/>
              </a:ext>
            </a:extLst>
          </p:cNvPr>
          <p:cNvSpPr/>
          <p:nvPr/>
        </p:nvSpPr>
        <p:spPr>
          <a:xfrm>
            <a:off x="298728" y="862806"/>
            <a:ext cx="1642684" cy="47743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Real sector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56C795-5477-472E-998B-E25516310DE9}"/>
              </a:ext>
            </a:extLst>
          </p:cNvPr>
          <p:cNvSpPr/>
          <p:nvPr/>
        </p:nvSpPr>
        <p:spPr>
          <a:xfrm>
            <a:off x="298728" y="1648743"/>
            <a:ext cx="1642684" cy="47743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Fiscal sector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EC4CAD-3E2F-4B07-9E83-EF45D0DFDFBA}"/>
              </a:ext>
            </a:extLst>
          </p:cNvPr>
          <p:cNvSpPr/>
          <p:nvPr/>
        </p:nvSpPr>
        <p:spPr>
          <a:xfrm>
            <a:off x="245118" y="2457954"/>
            <a:ext cx="1749904" cy="47743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Monetary sector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D0F5343-46EE-469D-B6E8-319FF1526A66}"/>
              </a:ext>
            </a:extLst>
          </p:cNvPr>
          <p:cNvSpPr/>
          <p:nvPr/>
        </p:nvSpPr>
        <p:spPr>
          <a:xfrm>
            <a:off x="298728" y="3089122"/>
            <a:ext cx="1642684" cy="47743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External sector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B5CDB5-F16D-44C1-AE21-6209A6063C14}"/>
              </a:ext>
            </a:extLst>
          </p:cNvPr>
          <p:cNvSpPr/>
          <p:nvPr/>
        </p:nvSpPr>
        <p:spPr>
          <a:xfrm>
            <a:off x="245118" y="4694385"/>
            <a:ext cx="768743" cy="47743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Actual (2011-2025)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422EFD-C5A9-49E2-A7BD-49200C885B2F}"/>
              </a:ext>
            </a:extLst>
          </p:cNvPr>
          <p:cNvSpPr/>
          <p:nvPr/>
        </p:nvSpPr>
        <p:spPr>
          <a:xfrm>
            <a:off x="1165253" y="4694385"/>
            <a:ext cx="859110" cy="47743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Projection (2026-last year)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647D2C7-B539-4B76-B4F4-1C2095E3D8F1}"/>
              </a:ext>
            </a:extLst>
          </p:cNvPr>
          <p:cNvSpPr/>
          <p:nvPr/>
        </p:nvSpPr>
        <p:spPr>
          <a:xfrm>
            <a:off x="153749" y="33888"/>
            <a:ext cx="11636346" cy="554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MINECOFIN MACROECONOMIC DASHBOARD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113F68-60EC-42F6-BEC0-4DADFE8AD582}"/>
              </a:ext>
            </a:extLst>
          </p:cNvPr>
          <p:cNvSpPr/>
          <p:nvPr/>
        </p:nvSpPr>
        <p:spPr>
          <a:xfrm>
            <a:off x="284901" y="3720290"/>
            <a:ext cx="1642684" cy="47743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Debt</a:t>
            </a:r>
          </a:p>
        </p:txBody>
      </p:sp>
    </p:spTree>
    <p:extLst>
      <p:ext uri="{BB962C8B-B14F-4D97-AF65-F5344CB8AC3E}">
        <p14:creationId xmlns:p14="http://schemas.microsoft.com/office/powerpoint/2010/main" val="544054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166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MUSHOKAMBERE</dc:creator>
  <cp:lastModifiedBy>Andrew MUSHOKAMBERE</cp:lastModifiedBy>
  <cp:revision>10</cp:revision>
  <dcterms:created xsi:type="dcterms:W3CDTF">2025-12-30T09:02:09Z</dcterms:created>
  <dcterms:modified xsi:type="dcterms:W3CDTF">2025-12-30T15:42:35Z</dcterms:modified>
</cp:coreProperties>
</file>