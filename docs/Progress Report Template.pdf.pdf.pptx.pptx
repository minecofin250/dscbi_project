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7556500" cx="10693400"/>
  <p:notesSz cx="6858000" cy="9144000"/>
  <p:embeddedFontLst>
    <p:embeddedFont>
      <p:font typeface="IBM Plex Sans"/>
      <p:regular r:id="rId13"/>
      <p:bold r:id="rId14"/>
      <p:italic r:id="rId15"/>
      <p:boldItalic r:id="rId16"/>
    </p:embeddedFon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iMevKVUrJu3raIgiOkznwM8Btp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font" Target="fonts/IBMPlexSans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BMPlexSans-italic.fntdata"/><Relationship Id="rId14" Type="http://schemas.openxmlformats.org/officeDocument/2006/relationships/font" Target="fonts/IBMPlexSans-bold.fntdata"/><Relationship Id="rId17" Type="http://schemas.openxmlformats.org/officeDocument/2006/relationships/font" Target="fonts/Roboto-regular.fntdata"/><Relationship Id="rId16" Type="http://schemas.openxmlformats.org/officeDocument/2006/relationships/font" Target="fonts/IBMPlexSans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g36fd9898095_0_4"/>
          <p:cNvGrpSpPr/>
          <p:nvPr/>
        </p:nvGrpSpPr>
        <p:grpSpPr>
          <a:xfrm>
            <a:off x="7131443" y="7"/>
            <a:ext cx="3561554" cy="2983111"/>
            <a:chOff x="6098378" y="5"/>
            <a:chExt cx="3045625" cy="2030570"/>
          </a:xfrm>
        </p:grpSpPr>
        <p:sp>
          <p:nvSpPr>
            <p:cNvPr id="11" name="Google Shape;11;g36fd9898095_0_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g36fd9898095_0_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6fd9898095_0_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g36fd9898095_0_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g36fd9898095_0_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g36fd9898095_0_4"/>
          <p:cNvSpPr txBox="1"/>
          <p:nvPr>
            <p:ph type="ctrTitle"/>
          </p:nvPr>
        </p:nvSpPr>
        <p:spPr>
          <a:xfrm>
            <a:off x="699445" y="2608043"/>
            <a:ext cx="9615300" cy="12324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None/>
              <a:defRPr sz="5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None/>
              <a:defRPr sz="53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None/>
              <a:defRPr sz="53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None/>
              <a:defRPr sz="53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None/>
              <a:defRPr sz="53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None/>
              <a:defRPr sz="53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None/>
              <a:defRPr sz="53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None/>
              <a:defRPr sz="53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None/>
              <a:defRPr sz="5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g36fd9898095_0_4"/>
          <p:cNvSpPr txBox="1"/>
          <p:nvPr>
            <p:ph idx="1" type="subTitle"/>
          </p:nvPr>
        </p:nvSpPr>
        <p:spPr>
          <a:xfrm>
            <a:off x="699431" y="3990045"/>
            <a:ext cx="9615300" cy="6360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g36fd9898095_0_4"/>
          <p:cNvSpPr txBox="1"/>
          <p:nvPr>
            <p:ph idx="12" type="sldNum"/>
          </p:nvPr>
        </p:nvSpPr>
        <p:spPr>
          <a:xfrm>
            <a:off x="9894004" y="6833230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g36fd9898095_0_14"/>
          <p:cNvGrpSpPr/>
          <p:nvPr/>
        </p:nvGrpSpPr>
        <p:grpSpPr>
          <a:xfrm>
            <a:off x="7131443" y="7"/>
            <a:ext cx="3561554" cy="2983111"/>
            <a:chOff x="6098378" y="5"/>
            <a:chExt cx="3045625" cy="2030570"/>
          </a:xfrm>
        </p:grpSpPr>
        <p:sp>
          <p:nvSpPr>
            <p:cNvPr id="21" name="Google Shape;21;g36fd9898095_0_1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g36fd9898095_0_1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g36fd9898095_0_1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g36fd9898095_0_1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g36fd9898095_0_1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g36fd9898095_0_14"/>
          <p:cNvSpPr txBox="1"/>
          <p:nvPr>
            <p:ph type="title"/>
          </p:nvPr>
        </p:nvSpPr>
        <p:spPr>
          <a:xfrm>
            <a:off x="699445" y="3162090"/>
            <a:ext cx="9615300" cy="1232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None/>
              <a:defRPr sz="5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None/>
              <a:defRPr sz="53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None/>
              <a:defRPr sz="53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None/>
              <a:defRPr sz="53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None/>
              <a:defRPr sz="53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None/>
              <a:defRPr sz="53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None/>
              <a:defRPr sz="53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None/>
              <a:defRPr sz="53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300"/>
              <a:buNone/>
              <a:defRPr sz="5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g36fd9898095_0_14"/>
          <p:cNvSpPr txBox="1"/>
          <p:nvPr>
            <p:ph idx="12" type="sldNum"/>
          </p:nvPr>
        </p:nvSpPr>
        <p:spPr>
          <a:xfrm>
            <a:off x="9894004" y="6833230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g36fd9898095_0_23"/>
          <p:cNvGrpSpPr/>
          <p:nvPr/>
        </p:nvGrpSpPr>
        <p:grpSpPr>
          <a:xfrm>
            <a:off x="0" y="5734880"/>
            <a:ext cx="10692994" cy="1821574"/>
            <a:chOff x="0" y="3903669"/>
            <a:chExt cx="9144000" cy="1239925"/>
          </a:xfrm>
        </p:grpSpPr>
        <p:sp>
          <p:nvSpPr>
            <p:cNvPr id="30" name="Google Shape;30;g36fd9898095_0_23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g36fd9898095_0_23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g36fd9898095_0_23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g36fd9898095_0_23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g36fd9898095_0_23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g36fd9898095_0_23"/>
          <p:cNvSpPr txBox="1"/>
          <p:nvPr>
            <p:ph type="title"/>
          </p:nvPr>
        </p:nvSpPr>
        <p:spPr>
          <a:xfrm>
            <a:off x="364516" y="602346"/>
            <a:ext cx="9964500" cy="892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36" name="Google Shape;36;g36fd9898095_0_23"/>
          <p:cNvSpPr txBox="1"/>
          <p:nvPr>
            <p:ph idx="1" type="body"/>
          </p:nvPr>
        </p:nvSpPr>
        <p:spPr>
          <a:xfrm>
            <a:off x="364516" y="1806853"/>
            <a:ext cx="9964500" cy="49053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7" name="Google Shape;37;g36fd9898095_0_23"/>
          <p:cNvSpPr txBox="1"/>
          <p:nvPr>
            <p:ph idx="12" type="sldNum"/>
          </p:nvPr>
        </p:nvSpPr>
        <p:spPr>
          <a:xfrm>
            <a:off x="9894004" y="6833230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6fd9898095_0_33"/>
          <p:cNvSpPr txBox="1"/>
          <p:nvPr>
            <p:ph type="title"/>
          </p:nvPr>
        </p:nvSpPr>
        <p:spPr>
          <a:xfrm>
            <a:off x="364516" y="602346"/>
            <a:ext cx="9964500" cy="892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40" name="Google Shape;40;g36fd9898095_0_33"/>
          <p:cNvSpPr txBox="1"/>
          <p:nvPr>
            <p:ph idx="1" type="body"/>
          </p:nvPr>
        </p:nvSpPr>
        <p:spPr>
          <a:xfrm>
            <a:off x="364516" y="1807000"/>
            <a:ext cx="4677600" cy="49053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41" name="Google Shape;41;g36fd9898095_0_33"/>
          <p:cNvSpPr txBox="1"/>
          <p:nvPr>
            <p:ph idx="2" type="body"/>
          </p:nvPr>
        </p:nvSpPr>
        <p:spPr>
          <a:xfrm>
            <a:off x="5651223" y="1807000"/>
            <a:ext cx="4677600" cy="49053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42" name="Google Shape;42;g36fd9898095_0_33"/>
          <p:cNvSpPr txBox="1"/>
          <p:nvPr>
            <p:ph idx="12" type="sldNum"/>
          </p:nvPr>
        </p:nvSpPr>
        <p:spPr>
          <a:xfrm>
            <a:off x="9894004" y="6833230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6fd9898095_0_38"/>
          <p:cNvSpPr txBox="1"/>
          <p:nvPr>
            <p:ph type="title"/>
          </p:nvPr>
        </p:nvSpPr>
        <p:spPr>
          <a:xfrm>
            <a:off x="364516" y="602346"/>
            <a:ext cx="9964500" cy="892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45" name="Google Shape;45;g36fd9898095_0_38"/>
          <p:cNvSpPr txBox="1"/>
          <p:nvPr>
            <p:ph idx="12" type="sldNum"/>
          </p:nvPr>
        </p:nvSpPr>
        <p:spPr>
          <a:xfrm>
            <a:off x="9894004" y="6833230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6fd9898095_0_41"/>
          <p:cNvSpPr txBox="1"/>
          <p:nvPr>
            <p:ph type="title"/>
          </p:nvPr>
        </p:nvSpPr>
        <p:spPr>
          <a:xfrm>
            <a:off x="364516" y="816252"/>
            <a:ext cx="3283800" cy="11103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8" name="Google Shape;48;g36fd9898095_0_41"/>
          <p:cNvSpPr txBox="1"/>
          <p:nvPr>
            <p:ph idx="1" type="body"/>
          </p:nvPr>
        </p:nvSpPr>
        <p:spPr>
          <a:xfrm>
            <a:off x="364516" y="2153465"/>
            <a:ext cx="3283800" cy="45591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49" name="Google Shape;49;g36fd9898095_0_41"/>
          <p:cNvSpPr txBox="1"/>
          <p:nvPr>
            <p:ph idx="12" type="sldNum"/>
          </p:nvPr>
        </p:nvSpPr>
        <p:spPr>
          <a:xfrm>
            <a:off x="9894004" y="6833230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g36fd9898095_0_45"/>
          <p:cNvGrpSpPr/>
          <p:nvPr/>
        </p:nvGrpSpPr>
        <p:grpSpPr>
          <a:xfrm>
            <a:off x="7131443" y="7"/>
            <a:ext cx="3561554" cy="2983111"/>
            <a:chOff x="6098378" y="5"/>
            <a:chExt cx="3045625" cy="2030570"/>
          </a:xfrm>
        </p:grpSpPr>
        <p:sp>
          <p:nvSpPr>
            <p:cNvPr id="52" name="Google Shape;52;g36fd9898095_0_45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g36fd9898095_0_45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g36fd9898095_0_45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g36fd9898095_0_45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g36fd9898095_0_4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g36fd9898095_0_45"/>
          <p:cNvSpPr txBox="1"/>
          <p:nvPr>
            <p:ph type="title"/>
          </p:nvPr>
        </p:nvSpPr>
        <p:spPr>
          <a:xfrm>
            <a:off x="573320" y="773280"/>
            <a:ext cx="6570900" cy="60099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None/>
              <a:defRPr sz="6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None/>
              <a:defRPr sz="61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None/>
              <a:defRPr sz="61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None/>
              <a:defRPr sz="61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None/>
              <a:defRPr sz="61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None/>
              <a:defRPr sz="61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None/>
              <a:defRPr sz="61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None/>
              <a:defRPr sz="61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None/>
              <a:defRPr sz="6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g36fd9898095_0_45"/>
          <p:cNvSpPr txBox="1"/>
          <p:nvPr>
            <p:ph idx="12" type="sldNum"/>
          </p:nvPr>
        </p:nvSpPr>
        <p:spPr>
          <a:xfrm>
            <a:off x="9894004" y="6833230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fd9898095_0_54"/>
          <p:cNvSpPr/>
          <p:nvPr/>
        </p:nvSpPr>
        <p:spPr>
          <a:xfrm>
            <a:off x="5346700" y="-257"/>
            <a:ext cx="5346600" cy="755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g36fd9898095_0_54"/>
          <p:cNvCxnSpPr/>
          <p:nvPr/>
        </p:nvCxnSpPr>
        <p:spPr>
          <a:xfrm>
            <a:off x="5881925" y="6604500"/>
            <a:ext cx="547800" cy="0"/>
          </a:xfrm>
          <a:prstGeom prst="straightConnector1">
            <a:avLst/>
          </a:prstGeom>
          <a:noFill/>
          <a:ln cap="flat" cmpd="sng" w="241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g36fd9898095_0_54"/>
          <p:cNvSpPr txBox="1"/>
          <p:nvPr>
            <p:ph type="title"/>
          </p:nvPr>
        </p:nvSpPr>
        <p:spPr>
          <a:xfrm>
            <a:off x="310488" y="1691122"/>
            <a:ext cx="4730700" cy="22986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63" name="Google Shape;63;g36fd9898095_0_54"/>
          <p:cNvSpPr txBox="1"/>
          <p:nvPr>
            <p:ph idx="1" type="subTitle"/>
          </p:nvPr>
        </p:nvSpPr>
        <p:spPr>
          <a:xfrm>
            <a:off x="310488" y="4068039"/>
            <a:ext cx="4730700" cy="1864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64" name="Google Shape;64;g36fd9898095_0_54"/>
          <p:cNvSpPr txBox="1"/>
          <p:nvPr>
            <p:ph idx="2" type="body"/>
          </p:nvPr>
        </p:nvSpPr>
        <p:spPr>
          <a:xfrm>
            <a:off x="5776471" y="1063948"/>
            <a:ext cx="4487100" cy="54285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-3746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●"/>
              <a:defRPr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g36fd9898095_0_54"/>
          <p:cNvSpPr txBox="1"/>
          <p:nvPr>
            <p:ph idx="12" type="sldNum"/>
          </p:nvPr>
        </p:nvSpPr>
        <p:spPr>
          <a:xfrm>
            <a:off x="9894004" y="6833230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fd9898095_0_61"/>
          <p:cNvSpPr txBox="1"/>
          <p:nvPr>
            <p:ph idx="1" type="body"/>
          </p:nvPr>
        </p:nvSpPr>
        <p:spPr>
          <a:xfrm>
            <a:off x="373638" y="6215289"/>
            <a:ext cx="7015200" cy="8796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</a:lstStyle>
          <a:p/>
        </p:txBody>
      </p:sp>
      <p:sp>
        <p:nvSpPr>
          <p:cNvPr id="68" name="Google Shape;68;g36fd9898095_0_61"/>
          <p:cNvSpPr txBox="1"/>
          <p:nvPr>
            <p:ph idx="12" type="sldNum"/>
          </p:nvPr>
        </p:nvSpPr>
        <p:spPr>
          <a:xfrm>
            <a:off x="9894004" y="6833230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g36fd9898095_0_64"/>
          <p:cNvGrpSpPr/>
          <p:nvPr/>
        </p:nvGrpSpPr>
        <p:grpSpPr>
          <a:xfrm>
            <a:off x="7131443" y="7"/>
            <a:ext cx="3561554" cy="2983111"/>
            <a:chOff x="6098378" y="5"/>
            <a:chExt cx="3045625" cy="2030570"/>
          </a:xfrm>
        </p:grpSpPr>
        <p:sp>
          <p:nvSpPr>
            <p:cNvPr id="71" name="Google Shape;71;g36fd9898095_0_6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g36fd9898095_0_6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g36fd9898095_0_6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g36fd9898095_0_6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g36fd9898095_0_6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g36fd9898095_0_64"/>
          <p:cNvSpPr txBox="1"/>
          <p:nvPr>
            <p:ph hasCustomPrompt="1" type="title"/>
          </p:nvPr>
        </p:nvSpPr>
        <p:spPr>
          <a:xfrm>
            <a:off x="364516" y="1845308"/>
            <a:ext cx="9964500" cy="29835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200"/>
              <a:buNone/>
              <a:defRPr sz="1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200"/>
              <a:buNone/>
              <a:defRPr sz="1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200"/>
              <a:buNone/>
              <a:defRPr sz="1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200"/>
              <a:buNone/>
              <a:defRPr sz="1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200"/>
              <a:buNone/>
              <a:defRPr sz="1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200"/>
              <a:buNone/>
              <a:defRPr sz="1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200"/>
              <a:buNone/>
              <a:defRPr sz="1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200"/>
              <a:buNone/>
              <a:defRPr sz="1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200"/>
              <a:buNone/>
              <a:defRPr sz="15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g36fd9898095_0_64"/>
          <p:cNvSpPr txBox="1"/>
          <p:nvPr>
            <p:ph idx="1" type="body"/>
          </p:nvPr>
        </p:nvSpPr>
        <p:spPr>
          <a:xfrm>
            <a:off x="364516" y="4949849"/>
            <a:ext cx="9964500" cy="1883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Char char="●"/>
              <a:defRPr>
                <a:solidFill>
                  <a:schemeClr val="lt1"/>
                </a:solidFill>
              </a:defRPr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>
                <a:solidFill>
                  <a:schemeClr val="lt1"/>
                </a:solidFill>
              </a:defRPr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>
                <a:solidFill>
                  <a:schemeClr val="lt1"/>
                </a:solidFill>
              </a:defRPr>
            </a:lvl5pPr>
            <a:lvl6pPr indent="-3429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6pPr>
            <a:lvl7pPr indent="-3429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7pPr>
            <a:lvl8pPr indent="-3429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>
                <a:solidFill>
                  <a:schemeClr val="lt1"/>
                </a:solidFill>
              </a:defRPr>
            </a:lvl8pPr>
            <a:lvl9pPr indent="-3429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g36fd9898095_0_64"/>
          <p:cNvSpPr txBox="1"/>
          <p:nvPr>
            <p:ph idx="12" type="sldNum"/>
          </p:nvPr>
        </p:nvSpPr>
        <p:spPr>
          <a:xfrm>
            <a:off x="9894004" y="6833230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fd9898095_0_74"/>
          <p:cNvSpPr txBox="1"/>
          <p:nvPr>
            <p:ph idx="12" type="sldNum"/>
          </p:nvPr>
        </p:nvSpPr>
        <p:spPr>
          <a:xfrm>
            <a:off x="9894004" y="6833230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6fd9898095_0_0"/>
          <p:cNvSpPr txBox="1"/>
          <p:nvPr>
            <p:ph type="title"/>
          </p:nvPr>
        </p:nvSpPr>
        <p:spPr>
          <a:xfrm>
            <a:off x="364516" y="602346"/>
            <a:ext cx="99645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"/>
              <a:buNone/>
              <a:defRPr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"/>
              <a:buNone/>
              <a:defRPr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"/>
              <a:buNone/>
              <a:defRPr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"/>
              <a:buNone/>
              <a:defRPr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"/>
              <a:buNone/>
              <a:defRPr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"/>
              <a:buNone/>
              <a:defRPr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"/>
              <a:buNone/>
              <a:defRPr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"/>
              <a:buNone/>
              <a:defRPr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oboto"/>
              <a:buNone/>
              <a:defRPr sz="3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g36fd9898095_0_0"/>
          <p:cNvSpPr txBox="1"/>
          <p:nvPr>
            <p:ph idx="1" type="body"/>
          </p:nvPr>
        </p:nvSpPr>
        <p:spPr>
          <a:xfrm>
            <a:off x="364516" y="1806853"/>
            <a:ext cx="9964500" cy="49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46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Roboto"/>
              <a:buChar char="●"/>
              <a:defRPr sz="2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6fd9898095_0_0"/>
          <p:cNvSpPr txBox="1"/>
          <p:nvPr>
            <p:ph idx="12" type="sldNum"/>
          </p:nvPr>
        </p:nvSpPr>
        <p:spPr>
          <a:xfrm>
            <a:off x="9894004" y="6833230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-63503" y="740991"/>
            <a:ext cx="10819000" cy="6141253"/>
          </a:xfrm>
          <a:custGeom>
            <a:rect b="b" l="l" r="r" t="t"/>
            <a:pathLst>
              <a:path extrusionOk="0" h="6141253" w="10819000">
                <a:moveTo>
                  <a:pt x="0" y="0"/>
                </a:moveTo>
                <a:lnTo>
                  <a:pt x="10819000" y="0"/>
                </a:lnTo>
                <a:lnTo>
                  <a:pt x="10819000" y="6141254"/>
                </a:lnTo>
                <a:lnTo>
                  <a:pt x="0" y="6141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1225153" y="5718753"/>
            <a:ext cx="8369465" cy="784146"/>
          </a:xfrm>
          <a:custGeom>
            <a:rect b="b" l="l" r="r" t="t"/>
            <a:pathLst>
              <a:path extrusionOk="0" h="784146" w="8369465">
                <a:moveTo>
                  <a:pt x="0" y="0"/>
                </a:moveTo>
                <a:lnTo>
                  <a:pt x="8369465" y="0"/>
                </a:lnTo>
                <a:lnTo>
                  <a:pt x="8369465" y="784145"/>
                </a:lnTo>
                <a:lnTo>
                  <a:pt x="0" y="784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464706" y="2194112"/>
            <a:ext cx="9626700" cy="14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11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Topic: [Project Title]</a:t>
            </a:r>
            <a:endParaRPr/>
          </a:p>
          <a:p>
            <a:pPr indent="0" lvl="0" marL="0" marR="0" rtl="0" algn="l">
              <a:lnSpc>
                <a:spcPct val="11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71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Team:</a:t>
            </a:r>
            <a:r>
              <a:rPr lang="en-US" sz="227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b="0" i="0" lang="en-US" sz="2271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[Member Names &amp; Institution</a:t>
            </a:r>
            <a:r>
              <a:rPr lang="en-US" sz="227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b="0" i="0" lang="en-US" sz="2271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Name]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-63503" y="709374"/>
            <a:ext cx="10819000" cy="6141253"/>
          </a:xfrm>
          <a:custGeom>
            <a:rect b="b" l="l" r="r" t="t"/>
            <a:pathLst>
              <a:path extrusionOk="0" h="6141253" w="10819000">
                <a:moveTo>
                  <a:pt x="0" y="0"/>
                </a:moveTo>
                <a:lnTo>
                  <a:pt x="10819000" y="0"/>
                </a:lnTo>
                <a:lnTo>
                  <a:pt x="10819000" y="6141254"/>
                </a:lnTo>
                <a:lnTo>
                  <a:pt x="0" y="6141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2"/>
          <p:cNvSpPr txBox="1"/>
          <p:nvPr/>
        </p:nvSpPr>
        <p:spPr>
          <a:xfrm>
            <a:off x="464706" y="1305325"/>
            <a:ext cx="5555028" cy="544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7" u="none" cap="none" strike="noStrike">
                <a:solidFill>
                  <a:srgbClr val="2A399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Project overview and rationale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999306" y="2276551"/>
            <a:ext cx="9333000" cy="25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2204" lvl="0" marL="457200" marR="0" rtl="0" algn="l">
              <a:lnSpc>
                <a:spcPct val="138022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4"/>
              <a:buFont typeface="IBM Plex Sans"/>
              <a:buAutoNum type="alphaLcParenBoth"/>
            </a:pPr>
            <a:r>
              <a:rPr b="1" i="0" lang="en-US" sz="2104" u="none" cap="none" strike="noStrike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 statement:</a:t>
            </a:r>
            <a:r>
              <a:rPr b="0" i="0" lang="en-US" sz="2104" u="none" cap="none" strike="noStrike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 What problem or Data Use Case/Need is your group project addressing?</a:t>
            </a:r>
            <a:endParaRPr sz="2104">
              <a:solidFill>
                <a:srgbClr val="43434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62204" lvl="0" marL="457200" marR="0" rtl="0" algn="l">
              <a:lnSpc>
                <a:spcPct val="138022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4"/>
              <a:buFont typeface="IBM Plex Sans"/>
              <a:buAutoNum type="alphaLcParenBoth"/>
            </a:pPr>
            <a:r>
              <a:rPr b="0" i="0" lang="en-US" sz="2104" u="none" cap="none" strike="noStrike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b="1" i="0" lang="en-US" sz="2104" u="none" cap="none" strike="noStrike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Relevance:</a:t>
            </a:r>
            <a:r>
              <a:rPr b="0" i="0" lang="en-US" sz="2104" u="none" cap="none" strike="noStrike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 Why is this Data Use Case important for your institution or sector? </a:t>
            </a:r>
            <a:endParaRPr b="0" i="0" sz="2104" u="none" cap="none" strike="noStrike">
              <a:solidFill>
                <a:srgbClr val="43434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62204" lvl="0" marL="457200" marR="0" rtl="0" algn="l">
              <a:lnSpc>
                <a:spcPct val="138022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4"/>
              <a:buFont typeface="IBM Plex Sans"/>
              <a:buAutoNum type="alphaLcParenBoth"/>
            </a:pPr>
            <a:r>
              <a:rPr b="1" i="0" lang="en-US" sz="2104" u="none" cap="none" strike="noStrike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Objectives:</a:t>
            </a:r>
            <a:r>
              <a:rPr b="0" i="0" lang="en-US" sz="2104" u="none" cap="none" strike="noStrike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 What are the key goals or expected outcomes of your project?</a:t>
            </a:r>
            <a:endParaRPr sz="2104">
              <a:solidFill>
                <a:srgbClr val="43434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62204" lvl="0" marL="457200" marR="0" rtl="0" algn="l">
              <a:lnSpc>
                <a:spcPct val="138022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4"/>
              <a:buFont typeface="IBM Plex Sans"/>
              <a:buAutoNum type="alphaLcParenBoth"/>
            </a:pPr>
            <a:r>
              <a:rPr b="1" i="0" lang="en-US" sz="2104" u="none" cap="none" strike="noStrike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Team roles:</a:t>
            </a:r>
            <a:r>
              <a:rPr b="0" i="0" lang="en-US" sz="2104" u="none" cap="none" strike="noStrike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 Who will be responsible for what in the next phase?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/>
          <p:nvPr/>
        </p:nvSpPr>
        <p:spPr>
          <a:xfrm>
            <a:off x="-127000" y="662747"/>
            <a:ext cx="10819000" cy="6141253"/>
          </a:xfrm>
          <a:custGeom>
            <a:rect b="b" l="l" r="r" t="t"/>
            <a:pathLst>
              <a:path extrusionOk="0" h="6141253" w="10819000">
                <a:moveTo>
                  <a:pt x="0" y="0"/>
                </a:moveTo>
                <a:lnTo>
                  <a:pt x="10819000" y="0"/>
                </a:lnTo>
                <a:lnTo>
                  <a:pt x="10819000" y="6141253"/>
                </a:lnTo>
                <a:lnTo>
                  <a:pt x="0" y="61412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3"/>
          <p:cNvSpPr txBox="1"/>
          <p:nvPr/>
        </p:nvSpPr>
        <p:spPr>
          <a:xfrm>
            <a:off x="464706" y="1305325"/>
            <a:ext cx="5555100" cy="4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7" u="none" cap="none" strike="noStrike">
                <a:solidFill>
                  <a:srgbClr val="2A3990"/>
                </a:solidFill>
                <a:latin typeface="IBM Plex Sans"/>
                <a:ea typeface="IBM Plex Sans"/>
                <a:cs typeface="IBM Plex Sans"/>
                <a:sym typeface="IBM Plex Sans"/>
              </a:rPr>
              <a:t>Methodology </a:t>
            </a:r>
            <a:r>
              <a:rPr lang="en-US" sz="3157">
                <a:solidFill>
                  <a:srgbClr val="2A3990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b="0" i="0" lang="en-US" sz="3157" u="none" cap="none" strike="noStrike">
                <a:solidFill>
                  <a:srgbClr val="2A399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3157">
                <a:solidFill>
                  <a:srgbClr val="2A3990"/>
                </a:solidFill>
                <a:latin typeface="IBM Plex Sans"/>
                <a:ea typeface="IBM Plex Sans"/>
                <a:cs typeface="IBM Plex Sans"/>
                <a:sym typeface="IBM Plex Sans"/>
              </a:rPr>
              <a:t>v</a:t>
            </a:r>
            <a:r>
              <a:rPr b="0" i="0" lang="en-US" sz="3157" u="none" cap="none" strike="noStrike">
                <a:solidFill>
                  <a:srgbClr val="2A3990"/>
                </a:solidFill>
                <a:latin typeface="IBM Plex Sans"/>
                <a:ea typeface="IBM Plex Sans"/>
                <a:cs typeface="IBM Plex Sans"/>
                <a:sym typeface="IBM Plex Sans"/>
              </a:rPr>
              <a:t>isualisation</a:t>
            </a:r>
            <a:endParaRPr/>
          </a:p>
        </p:txBody>
      </p:sp>
      <p:sp>
        <p:nvSpPr>
          <p:cNvPr id="101" name="Google Shape;101;p3"/>
          <p:cNvSpPr txBox="1"/>
          <p:nvPr/>
        </p:nvSpPr>
        <p:spPr>
          <a:xfrm>
            <a:off x="999306" y="2276551"/>
            <a:ext cx="9333000" cy="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2204" lvl="0" marL="457200" marR="0" rtl="0" algn="l">
              <a:lnSpc>
                <a:spcPct val="138022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4"/>
              <a:buFont typeface="IBM Plex Sans"/>
              <a:buAutoNum type="alphaLcParenBoth"/>
            </a:pPr>
            <a:r>
              <a:rPr b="0" i="0" lang="en-US" sz="2104" u="none" cap="none" strike="noStrike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Methodology for implementation</a:t>
            </a:r>
            <a:endParaRPr/>
          </a:p>
          <a:p>
            <a:pPr indent="-362204" lvl="0" marL="457200" marR="0" rtl="0" algn="l">
              <a:lnSpc>
                <a:spcPct val="138022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4"/>
              <a:buFont typeface="IBM Plex Sans"/>
              <a:buAutoNum type="alphaLcParenBoth"/>
            </a:pPr>
            <a:r>
              <a:rPr b="0" i="0" lang="en-US" sz="2104" u="none" cap="none" strike="noStrike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Brief visualisation on the project samples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/>
          <p:nvPr/>
        </p:nvSpPr>
        <p:spPr>
          <a:xfrm>
            <a:off x="-63503" y="709374"/>
            <a:ext cx="10819000" cy="6141253"/>
          </a:xfrm>
          <a:custGeom>
            <a:rect b="b" l="l" r="r" t="t"/>
            <a:pathLst>
              <a:path extrusionOk="0" h="6141253" w="10819000">
                <a:moveTo>
                  <a:pt x="0" y="0"/>
                </a:moveTo>
                <a:lnTo>
                  <a:pt x="10819000" y="0"/>
                </a:lnTo>
                <a:lnTo>
                  <a:pt x="10819000" y="6141254"/>
                </a:lnTo>
                <a:lnTo>
                  <a:pt x="0" y="6141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4"/>
          <p:cNvSpPr txBox="1"/>
          <p:nvPr/>
        </p:nvSpPr>
        <p:spPr>
          <a:xfrm>
            <a:off x="464706" y="1305325"/>
            <a:ext cx="5102704" cy="544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7" u="none" cap="none" strike="noStrike">
                <a:solidFill>
                  <a:srgbClr val="2A399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Progress and achievements</a:t>
            </a:r>
            <a:endParaRPr/>
          </a:p>
        </p:txBody>
      </p:sp>
      <p:sp>
        <p:nvSpPr>
          <p:cNvPr id="108" name="Google Shape;108;p4"/>
          <p:cNvSpPr txBox="1"/>
          <p:nvPr/>
        </p:nvSpPr>
        <p:spPr>
          <a:xfrm>
            <a:off x="999300" y="2276550"/>
            <a:ext cx="9355800" cy="21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2204" lvl="0" marL="457200" marR="0" rtl="0" algn="l">
              <a:lnSpc>
                <a:spcPct val="138022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4"/>
              <a:buFont typeface="IBM Plex Sans"/>
              <a:buAutoNum type="alphaLcParenBoth"/>
            </a:pPr>
            <a:r>
              <a:rPr b="1" i="0" lang="en-US" sz="2104" u="none" cap="none" strike="noStrike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Key achievements:</a:t>
            </a:r>
            <a:r>
              <a:rPr b="0" i="0" lang="en-US" sz="2104" u="none" cap="none" strike="noStrike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 What progress or milestones have been achieved so far? </a:t>
            </a:r>
            <a:endParaRPr b="0" i="0" sz="2104" u="none" cap="none" strike="noStrike">
              <a:solidFill>
                <a:srgbClr val="43434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62204" lvl="0" marL="457200" marR="0" rtl="0" algn="l">
              <a:lnSpc>
                <a:spcPct val="138022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4"/>
              <a:buFont typeface="IBM Plex Sans"/>
              <a:buAutoNum type="alphaLcParenBoth"/>
            </a:pPr>
            <a:r>
              <a:rPr b="1" i="0" lang="en-US" sz="2104" u="none" cap="none" strike="noStrike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Actual product</a:t>
            </a:r>
            <a:r>
              <a:rPr b="1" lang="en-US" sz="2104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:</a:t>
            </a:r>
            <a:r>
              <a:rPr lang="en-US" sz="2104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b="0" i="0" lang="en-US" sz="2104" u="none" cap="none" strike="noStrike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Demo screenshots </a:t>
            </a:r>
            <a:endParaRPr sz="2104">
              <a:solidFill>
                <a:srgbClr val="43434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62204" lvl="0" marL="457200" marR="0" rtl="0" algn="l">
              <a:lnSpc>
                <a:spcPct val="138022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4"/>
              <a:buFont typeface="IBM Plex Sans"/>
              <a:buAutoNum type="alphaLcParenBoth"/>
            </a:pPr>
            <a:r>
              <a:rPr b="1" i="0" lang="en-US" sz="2104" u="none" cap="none" strike="noStrike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Current status:</a:t>
            </a:r>
            <a:r>
              <a:rPr b="0" i="0" lang="en-US" sz="2104" u="none" cap="none" strike="noStrike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 What is the present stage of your project (data collection, analysis, model development, visualization)?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-63503" y="709374"/>
            <a:ext cx="10819000" cy="6141253"/>
          </a:xfrm>
          <a:custGeom>
            <a:rect b="b" l="l" r="r" t="t"/>
            <a:pathLst>
              <a:path extrusionOk="0" h="6141253" w="10819000">
                <a:moveTo>
                  <a:pt x="0" y="0"/>
                </a:moveTo>
                <a:lnTo>
                  <a:pt x="10819000" y="0"/>
                </a:lnTo>
                <a:lnTo>
                  <a:pt x="10819000" y="6141254"/>
                </a:lnTo>
                <a:lnTo>
                  <a:pt x="0" y="6141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5"/>
          <p:cNvSpPr txBox="1"/>
          <p:nvPr/>
        </p:nvSpPr>
        <p:spPr>
          <a:xfrm>
            <a:off x="464706" y="1305325"/>
            <a:ext cx="5564838" cy="544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7" u="none" cap="none" strike="noStrike">
                <a:solidFill>
                  <a:srgbClr val="2A3990"/>
                </a:solidFill>
                <a:latin typeface="IBM Plex Sans"/>
                <a:ea typeface="IBM Plex Sans"/>
                <a:cs typeface="IBM Plex Sans"/>
                <a:sym typeface="IBM Plex Sans"/>
              </a:rPr>
              <a:t>Challenges and support needs</a:t>
            </a:r>
            <a:endParaRPr/>
          </a:p>
        </p:txBody>
      </p:sp>
      <p:sp>
        <p:nvSpPr>
          <p:cNvPr id="115" name="Google Shape;115;p5"/>
          <p:cNvSpPr txBox="1"/>
          <p:nvPr/>
        </p:nvSpPr>
        <p:spPr>
          <a:xfrm>
            <a:off x="999306" y="2276551"/>
            <a:ext cx="86079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2204" lvl="0" marL="457200" marR="0" rtl="0" algn="l">
              <a:lnSpc>
                <a:spcPct val="138022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4"/>
              <a:buFont typeface="IBM Plex Sans"/>
              <a:buAutoNum type="alphaLcParenBoth"/>
            </a:pPr>
            <a:r>
              <a:rPr b="1" i="0" lang="en-US" sz="2104" u="none" cap="none" strike="noStrike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Main challenges:</a:t>
            </a:r>
            <a:r>
              <a:rPr b="0" i="0" lang="en-US" sz="2104" u="none" cap="none" strike="noStrike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 What key challenges or limitations has your group encountered? </a:t>
            </a:r>
            <a:endParaRPr b="0" i="0" sz="2104" u="none" cap="none" strike="noStrike">
              <a:solidFill>
                <a:srgbClr val="43434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62204" lvl="0" marL="457200" marR="0" rtl="0" algn="l">
              <a:lnSpc>
                <a:spcPct val="138022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4"/>
              <a:buFont typeface="IBM Plex Sans"/>
              <a:buAutoNum type="alphaLcParenBoth"/>
            </a:pPr>
            <a:r>
              <a:rPr b="1" i="0" lang="en-US" sz="2104" u="none" cap="none" strike="noStrike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Support required:</a:t>
            </a:r>
            <a:r>
              <a:rPr b="0" i="0" lang="en-US" sz="2104" u="none" cap="none" strike="noStrike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 What speciﬁc areas of support does your group need (technical, organizational, data access, or institutional)?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/>
          <p:nvPr/>
        </p:nvSpPr>
        <p:spPr>
          <a:xfrm>
            <a:off x="-63503" y="709374"/>
            <a:ext cx="10819000" cy="6141253"/>
          </a:xfrm>
          <a:custGeom>
            <a:rect b="b" l="l" r="r" t="t"/>
            <a:pathLst>
              <a:path extrusionOk="0" h="6141253" w="10819000">
                <a:moveTo>
                  <a:pt x="0" y="0"/>
                </a:moveTo>
                <a:lnTo>
                  <a:pt x="10819000" y="0"/>
                </a:lnTo>
                <a:lnTo>
                  <a:pt x="10819000" y="6141254"/>
                </a:lnTo>
                <a:lnTo>
                  <a:pt x="0" y="6141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6"/>
          <p:cNvSpPr txBox="1"/>
          <p:nvPr/>
        </p:nvSpPr>
        <p:spPr>
          <a:xfrm>
            <a:off x="464706" y="1305325"/>
            <a:ext cx="4631979" cy="544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7" u="none" cap="none" strike="noStrike">
                <a:solidFill>
                  <a:srgbClr val="2A3990"/>
                </a:solidFill>
                <a:latin typeface="IBM Plex Sans"/>
                <a:ea typeface="IBM Plex Sans"/>
                <a:cs typeface="IBM Plex Sans"/>
                <a:sym typeface="IBM Plex Sans"/>
              </a:rPr>
              <a:t>Next steps and work plan</a:t>
            </a:r>
            <a:endParaRPr/>
          </a:p>
        </p:txBody>
      </p:sp>
      <p:sp>
        <p:nvSpPr>
          <p:cNvPr id="122" name="Google Shape;122;p6"/>
          <p:cNvSpPr txBox="1"/>
          <p:nvPr/>
        </p:nvSpPr>
        <p:spPr>
          <a:xfrm>
            <a:off x="805525" y="2276550"/>
            <a:ext cx="93264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2204" lvl="0" marL="457200" marR="0" rtl="0" algn="l">
              <a:lnSpc>
                <a:spcPct val="138022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4"/>
              <a:buFont typeface="IBM Plex Sans"/>
              <a:buAutoNum type="alphaLcParenBoth"/>
            </a:pPr>
            <a:r>
              <a:rPr b="1" i="0" lang="en-US" sz="2104" u="none" cap="none" strike="noStrike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Planned activities: </a:t>
            </a:r>
            <a:r>
              <a:rPr b="0" i="0" lang="en-US" sz="2104" u="none" cap="none" strike="noStrike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actions are planned to complete the remaining project tasks? </a:t>
            </a:r>
            <a:endParaRPr b="0" i="0" sz="2104" u="none" cap="none" strike="noStrike">
              <a:solidFill>
                <a:srgbClr val="43434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62204" lvl="0" marL="457200" marR="0" rtl="0" algn="l">
              <a:lnSpc>
                <a:spcPct val="138022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4"/>
              <a:buFont typeface="IBM Plex Sans"/>
              <a:buAutoNum type="alphaLcParenBoth"/>
            </a:pPr>
            <a:r>
              <a:rPr b="1" i="0" lang="en-US" sz="2104" u="none" cap="none" strike="noStrike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Milestones and timelines:</a:t>
            </a:r>
            <a:r>
              <a:rPr b="0" i="0" lang="en-US" sz="2104" u="none" cap="none" strike="noStrike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 What are the upcoming milestones and expected completion dates?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/>
          <p:nvPr/>
        </p:nvSpPr>
        <p:spPr>
          <a:xfrm>
            <a:off x="-63503" y="709374"/>
            <a:ext cx="10819000" cy="6141253"/>
          </a:xfrm>
          <a:custGeom>
            <a:rect b="b" l="l" r="r" t="t"/>
            <a:pathLst>
              <a:path extrusionOk="0" h="6141253" w="10819000">
                <a:moveTo>
                  <a:pt x="0" y="0"/>
                </a:moveTo>
                <a:lnTo>
                  <a:pt x="10819000" y="0"/>
                </a:lnTo>
                <a:lnTo>
                  <a:pt x="10819000" y="6141254"/>
                </a:lnTo>
                <a:lnTo>
                  <a:pt x="0" y="6141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7"/>
          <p:cNvSpPr txBox="1"/>
          <p:nvPr/>
        </p:nvSpPr>
        <p:spPr>
          <a:xfrm>
            <a:off x="464706" y="1305325"/>
            <a:ext cx="6477657" cy="544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7" u="none" cap="none" strike="noStrike">
                <a:solidFill>
                  <a:srgbClr val="2A3990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Conclusions and recommendations</a:t>
            </a:r>
            <a:endParaRPr/>
          </a:p>
        </p:txBody>
      </p:sp>
      <p:sp>
        <p:nvSpPr>
          <p:cNvPr id="129" name="Google Shape;129;p7"/>
          <p:cNvSpPr txBox="1"/>
          <p:nvPr/>
        </p:nvSpPr>
        <p:spPr>
          <a:xfrm>
            <a:off x="999306" y="2276551"/>
            <a:ext cx="83355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2204" lvl="0" marL="457200" marR="0" rtl="0" algn="l">
              <a:lnSpc>
                <a:spcPct val="138022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4"/>
              <a:buFont typeface="IBM Plex Sans"/>
              <a:buAutoNum type="alphaLcParenBoth"/>
            </a:pPr>
            <a:r>
              <a:rPr b="1" i="0" lang="en-US" sz="2104" u="none" cap="none" strike="noStrike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Key takeaways:</a:t>
            </a:r>
            <a:r>
              <a:rPr b="0" i="0" lang="en-US" sz="2104" u="none" cap="none" strike="noStrike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 What are the main insights or lessons learned so far?</a:t>
            </a:r>
            <a:endParaRPr b="0" i="0" sz="2104" u="none" cap="none" strike="noStrike">
              <a:solidFill>
                <a:srgbClr val="43434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62204" lvl="0" marL="457200" marR="0" rtl="0" algn="l">
              <a:lnSpc>
                <a:spcPct val="138022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04"/>
              <a:buFont typeface="IBM Plex Sans"/>
              <a:buAutoNum type="alphaLcParenBoth"/>
            </a:pPr>
            <a:r>
              <a:rPr b="0" i="0" lang="en-US" sz="2104" u="none" cap="none" strike="noStrike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b="1" i="0" lang="en-US" sz="2104" u="none" cap="none" strike="noStrike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Recommendations:</a:t>
            </a:r>
            <a:r>
              <a:rPr b="0" i="0" lang="en-US" sz="2104" u="none" cap="none" strike="noStrike">
                <a:solidFill>
                  <a:srgbClr val="434343"/>
                </a:solidFill>
                <a:latin typeface="IBM Plex Sans"/>
                <a:ea typeface="IBM Plex Sans"/>
                <a:cs typeface="IBM Plex Sans"/>
                <a:sym typeface="IBM Plex Sans"/>
              </a:rPr>
              <a:t> What are your recommendations for possible sustainability, scaling, or institutional adoption?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